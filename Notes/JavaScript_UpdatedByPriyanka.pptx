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3" r:id="rId4"/>
    <p:sldId id="258" r:id="rId5"/>
    <p:sldId id="259" r:id="rId6"/>
    <p:sldId id="315" r:id="rId7"/>
    <p:sldId id="260" r:id="rId8"/>
    <p:sldId id="316" r:id="rId9"/>
    <p:sldId id="261" r:id="rId10"/>
    <p:sldId id="291" r:id="rId11"/>
    <p:sldId id="290" r:id="rId12"/>
    <p:sldId id="262" r:id="rId13"/>
    <p:sldId id="302" r:id="rId14"/>
    <p:sldId id="288" r:id="rId15"/>
    <p:sldId id="289" r:id="rId16"/>
    <p:sldId id="293" r:id="rId17"/>
    <p:sldId id="292" r:id="rId18"/>
    <p:sldId id="300" r:id="rId19"/>
    <p:sldId id="264" r:id="rId20"/>
    <p:sldId id="294" r:id="rId21"/>
    <p:sldId id="317" r:id="rId22"/>
    <p:sldId id="296" r:id="rId23"/>
    <p:sldId id="297" r:id="rId24"/>
    <p:sldId id="298" r:id="rId25"/>
    <p:sldId id="295" r:id="rId26"/>
    <p:sldId id="299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301" r:id="rId35"/>
    <p:sldId id="272" r:id="rId36"/>
    <p:sldId id="284" r:id="rId37"/>
    <p:sldId id="285" r:id="rId38"/>
    <p:sldId id="286" r:id="rId39"/>
    <p:sldId id="274" r:id="rId40"/>
    <p:sldId id="309" r:id="rId41"/>
    <p:sldId id="310" r:id="rId42"/>
    <p:sldId id="311" r:id="rId43"/>
    <p:sldId id="312" r:id="rId44"/>
    <p:sldId id="313" r:id="rId45"/>
    <p:sldId id="275" r:id="rId46"/>
    <p:sldId id="276" r:id="rId47"/>
    <p:sldId id="277" r:id="rId48"/>
    <p:sldId id="278" r:id="rId49"/>
    <p:sldId id="304" r:id="rId50"/>
    <p:sldId id="279" r:id="rId51"/>
    <p:sldId id="280" r:id="rId52"/>
    <p:sldId id="306" r:id="rId53"/>
    <p:sldId id="307" r:id="rId54"/>
    <p:sldId id="282" r:id="rId55"/>
    <p:sldId id="283" r:id="rId56"/>
    <p:sldId id="308" r:id="rId57"/>
    <p:sldId id="314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8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8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5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2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6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073181-F35D-4DB2-961E-423ECA3271F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Priyanka </a:t>
            </a:r>
            <a:r>
              <a:rPr lang="en-IN" dirty="0" err="1"/>
              <a:t>Nigade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6" y="82484"/>
            <a:ext cx="10018713" cy="1752599"/>
          </a:xfrm>
        </p:spPr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Javascript</a:t>
            </a:r>
            <a:r>
              <a:rPr lang="en-IN" b="1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017" y="1469795"/>
            <a:ext cx="100187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5289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1728"/>
            <a:ext cx="10289768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Because it interprets each line as it’s executed, it can make changes and test them quickly,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though it can be slower than a fully compiled language for large programs.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sz="2800" b="1" dirty="0"/>
              <a:t>History</a:t>
            </a:r>
            <a:br>
              <a:rPr lang="en-IN" sz="2800" b="1" dirty="0"/>
            </a:br>
            <a:r>
              <a:rPr lang="en-US" sz="2800" b="1" dirty="0"/>
              <a:t>(ECMA was formerly an acronym for the European Computer Manufacturers Association)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was created by Brendan Eich.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changed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finally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language’s official specification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standardized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Milestones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ES3 (1999)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many features, including regular expressions and better string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ES6 (2015)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major features like arrow functions,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classes, promises, and more.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15678"/>
            <a:ext cx="11012258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10765"/>
            <a:ext cx="10018713" cy="1227842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2366" y="1338607"/>
            <a:ext cx="103757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82485"/>
            <a:ext cx="10018713" cy="1752599"/>
          </a:xfrm>
        </p:spPr>
        <p:txBody>
          <a:bodyPr/>
          <a:lstStyle/>
          <a:p>
            <a:r>
              <a:rPr lang="en-IN" b="1" dirty="0"/>
              <a:t> Envir0nment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328393"/>
            <a:ext cx="10018713" cy="312420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/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5981" y="1594045"/>
            <a:ext cx="100053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1"/>
            <a:ext cx="10018713" cy="1752599"/>
          </a:xfrm>
        </p:spPr>
        <p:txBody>
          <a:bodyPr/>
          <a:lstStyle/>
          <a:p>
            <a:r>
              <a:rPr lang="en-IN" b="1" dirty="0"/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542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For example, "hello", "JavaScript", 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89" y="365289"/>
            <a:ext cx="10018713" cy="945037"/>
          </a:xfrm>
        </p:spPr>
        <p:txBody>
          <a:bodyPr/>
          <a:lstStyle/>
          <a:p>
            <a:r>
              <a:rPr lang="en-IN" b="1" dirty="0"/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1310327"/>
            <a:ext cx="10018712" cy="4581426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190500"/>
            <a:ext cx="10018713" cy="1016131"/>
          </a:xfrm>
        </p:spPr>
        <p:txBody>
          <a:bodyPr/>
          <a:lstStyle/>
          <a:p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435"/>
            <a:ext cx="10018713" cy="5297864"/>
          </a:xfrm>
        </p:spPr>
        <p:txBody>
          <a:bodyPr anchor="t"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12" y="1866899"/>
            <a:ext cx="10018713" cy="3124201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691" y="1752599"/>
            <a:ext cx="9853332" cy="4167434"/>
          </a:xfrm>
        </p:spPr>
        <p:txBody>
          <a:bodyPr anchor="t">
            <a:normAutofit lnSpcReduction="10000"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0409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/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4" y="1055016"/>
            <a:ext cx="1051480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/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/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/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5678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785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12363"/>
            <a:ext cx="10018713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"let" and "const" are not hoisted in the same way as "var"; using them before declaration will cause an error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0291-B22A-6196-56A1-8CFDF10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11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620E-CBD3-B008-06FB-F6610554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82045"/>
            <a:ext cx="10018713" cy="450915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var: Variables declared with var are hoisted to the top of their scope, meaning they are moved to the top of the function or global scope and are initialized with undefined.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However, they are only assigned a value when the code reaches their actual line of assignment.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let: Accessing a let variable before its declaration results in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due to the temporal dead zone(the period between the beginning of the block and the declaration line).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85" y="865568"/>
            <a:ext cx="10018712" cy="53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548"/>
            <a:ext cx="10018713" cy="1253765"/>
          </a:xfrm>
        </p:spPr>
        <p:txBody>
          <a:bodyPr/>
          <a:lstStyle/>
          <a:p>
            <a:r>
              <a:rPr lang="en-IN" b="1" dirty="0"/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17716"/>
            <a:ext cx="10487731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/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83" y="1527143"/>
            <a:ext cx="7830495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3"/>
            <a:ext cx="10018713" cy="974888"/>
          </a:xfrm>
        </p:spPr>
        <p:txBody>
          <a:bodyPr/>
          <a:lstStyle/>
          <a:p>
            <a:r>
              <a:rPr lang="en-IN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1"/>
            <a:ext cx="10018713" cy="4724399"/>
          </a:xfrm>
        </p:spPr>
        <p:txBody>
          <a:bodyPr anchor="t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console.log("hello" + true);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10326"/>
          </a:xfrm>
        </p:spPr>
        <p:txBody>
          <a:bodyPr/>
          <a:lstStyle/>
          <a:p>
            <a:r>
              <a:rPr lang="en-IN" b="1" dirty="0"/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167327"/>
            <a:ext cx="10018713" cy="765928"/>
          </a:xfrm>
        </p:spPr>
        <p:txBody>
          <a:bodyPr/>
          <a:lstStyle/>
          <a:p>
            <a:r>
              <a:rPr lang="en-IN" b="1" dirty="0"/>
              <a:t>Truthy vs </a:t>
            </a:r>
            <a:r>
              <a:rPr lang="en-IN" b="1" dirty="0" err="1"/>
              <a:t>Falsy</a:t>
            </a:r>
            <a:r>
              <a:rPr lang="en-IN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1217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35610"/>
          </a:xfrm>
        </p:spPr>
        <p:txBody>
          <a:bodyPr/>
          <a:lstStyle/>
          <a:p>
            <a:r>
              <a:rPr lang="en-IN" b="1" dirty="0"/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1279"/>
            <a:ext cx="10018713" cy="4989922"/>
          </a:xfrm>
        </p:spPr>
        <p:txBody>
          <a:bodyPr anchor="t"/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b="1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4414887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63" y="190500"/>
            <a:ext cx="10018713" cy="1223521"/>
          </a:xfrm>
        </p:spPr>
        <p:txBody>
          <a:bodyPr/>
          <a:lstStyle/>
          <a:p>
            <a:r>
              <a:rPr lang="en-IN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762" y="1310327"/>
            <a:ext cx="10563145" cy="4471447"/>
          </a:xfrm>
        </p:spPr>
        <p:txBody>
          <a:bodyPr anchor="t"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91912"/>
            <a:ext cx="10018713" cy="1095866"/>
          </a:xfrm>
        </p:spPr>
        <p:txBody>
          <a:bodyPr/>
          <a:lstStyle/>
          <a:p>
            <a:r>
              <a:rPr lang="en-IN" b="1" dirty="0" err="1"/>
              <a:t>For..of</a:t>
            </a:r>
            <a:r>
              <a:rPr lang="en-IN" b="1" dirty="0"/>
              <a:t> and </a:t>
            </a:r>
            <a:r>
              <a:rPr lang="en-IN" b="1" dirty="0" err="1"/>
              <a:t>for..in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19"/>
            <a:ext cx="10018713" cy="4518582"/>
          </a:xfrm>
        </p:spPr>
        <p:txBody>
          <a:bodyPr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6" y="0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/>
              <a:t>For-of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01" y="662233"/>
            <a:ext cx="6183983" cy="5128968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278251" y="1531855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0191"/>
            <a:ext cx="10018713" cy="775355"/>
          </a:xfrm>
        </p:spPr>
        <p:txBody>
          <a:bodyPr/>
          <a:lstStyle/>
          <a:p>
            <a:r>
              <a:rPr lang="en-IN" b="1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619" y="1121003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4120311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1"/>
            <a:ext cx="10503102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5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71" y="685800"/>
            <a:ext cx="9977253" cy="5696146"/>
          </a:xfrm>
        </p:spPr>
      </p:pic>
    </p:spTree>
    <p:extLst>
      <p:ext uri="{BB962C8B-B14F-4D97-AF65-F5344CB8AC3E}">
        <p14:creationId xmlns:p14="http://schemas.microsoft.com/office/powerpoint/2010/main" val="4102286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01338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93246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84953"/>
            <a:ext cx="10018713" cy="3124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Constructor Functions: Special functions used to create and initialize objects.</a:t>
            </a:r>
          </a:p>
          <a:p>
            <a:pPr algn="just"/>
            <a:r>
              <a:rPr lang="en-US" dirty="0"/>
              <a:t>new Keyword: Used to create a new instance of an object using a constructor.</a:t>
            </a:r>
          </a:p>
          <a:p>
            <a:pPr algn="just"/>
            <a:r>
              <a:rPr lang="en-US" dirty="0"/>
              <a:t>Definition:</a:t>
            </a:r>
          </a:p>
          <a:p>
            <a:pPr algn="just"/>
            <a:r>
              <a:rPr lang="en-US" dirty="0"/>
              <a:t>A constructor function is used to create and initialize objects.</a:t>
            </a:r>
          </a:p>
          <a:p>
            <a:pPr algn="just"/>
            <a:r>
              <a:rPr lang="en-US" dirty="0"/>
              <a:t>Constructor functions are typically named with a capital letter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7901"/>
            <a:ext cx="10018713" cy="57503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Constructor Function</a:t>
            </a:r>
          </a:p>
          <a:p>
            <a:r>
              <a:rPr lang="en-US" dirty="0"/>
              <a:t>function Person(name, age) {</a:t>
            </a:r>
          </a:p>
          <a:p>
            <a:r>
              <a:rPr lang="en-US" dirty="0"/>
              <a:t>  this.name = name;</a:t>
            </a:r>
          </a:p>
          <a:p>
            <a:r>
              <a:rPr lang="en-US" dirty="0"/>
              <a:t>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</a:t>
            </a:r>
            <a:r>
              <a:rPr lang="en-US" dirty="0" err="1"/>
              <a:t>this.greet</a:t>
            </a:r>
            <a:r>
              <a:rPr lang="en-US" dirty="0"/>
              <a:t> = function() {</a:t>
            </a:r>
          </a:p>
          <a:p>
            <a:r>
              <a:rPr lang="en-US" dirty="0"/>
              <a:t>    console.log(`Hello, my name is ${this.name} and I'm ${</a:t>
            </a:r>
            <a:r>
              <a:rPr lang="en-US" dirty="0" err="1"/>
              <a:t>this.age</a:t>
            </a:r>
            <a:r>
              <a:rPr lang="en-US" dirty="0"/>
              <a:t>} years old.`);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Person("Alice", 30);</a:t>
            </a:r>
          </a:p>
          <a:p>
            <a:r>
              <a:rPr lang="en-US" dirty="0"/>
              <a:t>let person2 = new Person("Bob", 25);</a:t>
            </a:r>
          </a:p>
          <a:p>
            <a:endParaRPr lang="en-US" dirty="0"/>
          </a:p>
          <a:p>
            <a:r>
              <a:rPr lang="en-US" dirty="0"/>
              <a:t>person1.greet(); // "Hello, my name is Alice and I'm 30 years old."</a:t>
            </a:r>
          </a:p>
          <a:p>
            <a:r>
              <a:rPr lang="en-US" dirty="0"/>
              <a:t>person2.greet(); // "Hello, my name is Bob and I'm 25 years 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73" y="1442301"/>
            <a:ext cx="5606048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Refers to the current object in which it is used.</a:t>
            </a:r>
          </a:p>
          <a:p>
            <a:pPr algn="just"/>
            <a:r>
              <a:rPr lang="en-US" dirty="0"/>
              <a:t>In global context, this refers to the global object (window in browsers).</a:t>
            </a:r>
          </a:p>
          <a:p>
            <a:pPr algn="just"/>
            <a:r>
              <a:rPr lang="en-US" dirty="0"/>
              <a:t>Inside methods, this refers to the object that owns the method.</a:t>
            </a:r>
          </a:p>
          <a:p>
            <a:pPr algn="just"/>
            <a:r>
              <a:rPr lang="en-US" dirty="0"/>
              <a:t>In constructor functions, this refers to the newly created object.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7277493" y="1442301"/>
            <a:ext cx="46097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function Car(brand, model) {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this.brand</a:t>
            </a:r>
            <a:r>
              <a:rPr lang="en-IN" sz="2400" dirty="0"/>
              <a:t> = brand;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this.model</a:t>
            </a:r>
            <a:r>
              <a:rPr lang="en-IN" sz="2400" dirty="0"/>
              <a:t> = model;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this.displayInfo</a:t>
            </a:r>
            <a:r>
              <a:rPr lang="en-IN" sz="2400" dirty="0"/>
              <a:t> = function() {</a:t>
            </a:r>
          </a:p>
          <a:p>
            <a:r>
              <a:rPr lang="en-IN" sz="2400" dirty="0"/>
              <a:t>    console.log(`Car: ${</a:t>
            </a:r>
            <a:r>
              <a:rPr lang="en-IN" sz="2400" dirty="0" err="1"/>
              <a:t>this.brand</a:t>
            </a:r>
            <a:r>
              <a:rPr lang="en-IN" sz="2400" dirty="0"/>
              <a:t>} ${</a:t>
            </a:r>
            <a:r>
              <a:rPr lang="en-IN" sz="2400" dirty="0" err="1"/>
              <a:t>this.model</a:t>
            </a:r>
            <a:r>
              <a:rPr lang="en-IN" sz="2400" dirty="0"/>
              <a:t>}`);</a:t>
            </a:r>
          </a:p>
          <a:p>
            <a:r>
              <a:rPr lang="en-IN" sz="2400" dirty="0"/>
              <a:t> 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let </a:t>
            </a:r>
            <a:r>
              <a:rPr lang="en-IN" sz="2400" dirty="0" err="1"/>
              <a:t>myCar</a:t>
            </a:r>
            <a:r>
              <a:rPr lang="en-IN" sz="2400" dirty="0"/>
              <a:t> = new Car("Toyota", "Corolla");</a:t>
            </a:r>
          </a:p>
          <a:p>
            <a:r>
              <a:rPr lang="en-IN" sz="2400" dirty="0" err="1"/>
              <a:t>myCar.displayInfo</a:t>
            </a:r>
            <a:r>
              <a:rPr lang="en-IN" sz="2400" dirty="0"/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205034"/>
            <a:ext cx="10018713" cy="935610"/>
          </a:xfrm>
        </p:spPr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289" y="1140644"/>
            <a:ext cx="97390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reduce()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3514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6948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13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7"/>
            <a:ext cx="10018713" cy="709367"/>
          </a:xfrm>
        </p:spPr>
        <p:txBody>
          <a:bodyPr/>
          <a:lstStyle/>
          <a:p>
            <a:r>
              <a:rPr lang="en-IN" b="1" dirty="0"/>
              <a:t>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004" y="1743959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752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/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11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54665"/>
            <a:ext cx="10018713" cy="3236536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347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21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charAt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concat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toLowerCase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toUpperCase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includes()	            Searches for a string and returns a </a:t>
            </a: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boolean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value.</a:t>
            </a:r>
            <a:endParaRPr lang="en-IN" sz="2400" b="0" i="0" dirty="0"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285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/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OOP </a:t>
            </a:r>
            <a:r>
              <a:rPr lang="en-US" b="1" dirty="0" err="1"/>
              <a:t>Principles</a:t>
            </a:r>
            <a:r>
              <a:rPr lang="en-US" dirty="0" err="1"/>
              <a:t>:</a:t>
            </a:r>
            <a:r>
              <a:rPr lang="en-US" b="1" dirty="0" err="1"/>
              <a:t>Encapsulation</a:t>
            </a:r>
            <a:r>
              <a:rPr lang="en-US" dirty="0"/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Inheritance</a:t>
            </a:r>
            <a:r>
              <a:rPr lang="en-US" dirty="0"/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Polymorphism</a:t>
            </a:r>
            <a:r>
              <a:rPr lang="en-US" dirty="0"/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Abstraction</a:t>
            </a:r>
            <a:r>
              <a:rPr lang="en-US" dirty="0"/>
              <a:t>: Hiding the complex implementation details and showing only essential features to the user.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2592"/>
            <a:ext cx="10018713" cy="794208"/>
          </a:xfrm>
        </p:spPr>
        <p:txBody>
          <a:bodyPr/>
          <a:lstStyle/>
          <a:p>
            <a:r>
              <a:rPr lang="en-IN" dirty="0"/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0008"/>
            <a:ext cx="101012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8" y="740371"/>
            <a:ext cx="10341204" cy="5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3330"/>
          </a:xfrm>
        </p:spPr>
        <p:txBody>
          <a:bodyPr/>
          <a:lstStyle/>
          <a:p>
            <a:r>
              <a:rPr lang="en-IN" b="1" dirty="0"/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609131"/>
            <a:ext cx="102709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Method Overriding is possible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535537"/>
            <a:ext cx="10737131" cy="57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084" y="801278"/>
            <a:ext cx="10955458" cy="4989922"/>
          </a:xfrm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23" y="82486"/>
            <a:ext cx="10018713" cy="907330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923041"/>
            <a:ext cx="10440596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7519" y="249756"/>
            <a:ext cx="691696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  <a:r>
              <a:rPr lang="en-IN" b="1" spc="-7" dirty="0">
                <a:solidFill>
                  <a:srgbClr val="000000"/>
                </a:solidFill>
              </a:rPr>
              <a:t> Types</a:t>
            </a:r>
            <a:endParaRPr b="1" spc="-7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415-F2D0-CC74-EDB9-DC045BD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BBD4-ED5E-B05A-E684-6336F32DF36E}"/>
              </a:ext>
            </a:extLst>
          </p:cNvPr>
          <p:cNvSpPr txBox="1"/>
          <p:nvPr/>
        </p:nvSpPr>
        <p:spPr>
          <a:xfrm>
            <a:off x="1484310" y="2417421"/>
            <a:ext cx="100187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JavaScript object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is a reference to another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a key part of object-oriented programming in JavaScript. </a:t>
            </a:r>
          </a:p>
        </p:txBody>
      </p:sp>
    </p:spTree>
    <p:extLst>
      <p:ext uri="{BB962C8B-B14F-4D97-AF65-F5344CB8AC3E}">
        <p14:creationId xmlns:p14="http://schemas.microsoft.com/office/powerpoint/2010/main" val="1356411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9E0C-E490-8148-40B3-B5838CF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967E-59CF-A9CF-28B4-40CE9996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782F0-1909-1A81-4374-2AE76F8E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2" y="973619"/>
            <a:ext cx="10211551" cy="49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B64-185A-4B06-FD44-DEC450C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5DE0-1747-EAE7-575C-03A6C929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09233-6BDD-E485-92E3-2869155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763572"/>
            <a:ext cx="10595728" cy="47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89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1594"/>
            <a:ext cx="10018713" cy="926184"/>
          </a:xfrm>
        </p:spPr>
        <p:txBody>
          <a:bodyPr/>
          <a:lstStyle/>
          <a:p>
            <a:r>
              <a:rPr lang="en-IN" b="1" dirty="0"/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</TotalTime>
  <Words>3830</Words>
  <Application>Microsoft Office PowerPoint</Application>
  <PresentationFormat>Widescreen</PresentationFormat>
  <Paragraphs>418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Arial Unicode MS</vt:lpstr>
      <vt:lpstr>Calibri</vt:lpstr>
      <vt:lpstr>Corbel</vt:lpstr>
      <vt:lpstr>Roboto Medium</vt:lpstr>
      <vt:lpstr>Parallax</vt:lpstr>
      <vt:lpstr>JavaScript Basics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Envir0nment Set Up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Boolean Conversion</vt:lpstr>
      <vt:lpstr>Conditional Statements</vt:lpstr>
      <vt:lpstr>Loop</vt:lpstr>
      <vt:lpstr>For..of and for..in</vt:lpstr>
      <vt:lpstr>For-of</vt:lpstr>
      <vt:lpstr>For in</vt:lpstr>
      <vt:lpstr>Functions</vt:lpstr>
      <vt:lpstr>PowerPoint Presentation</vt:lpstr>
      <vt:lpstr>PowerPoint Presentation</vt:lpstr>
      <vt:lpstr>Object</vt:lpstr>
      <vt:lpstr>Constructor Functions</vt:lpstr>
      <vt:lpstr>PowerPoint Presentation</vt:lpstr>
      <vt:lpstr>This Keyword</vt:lpstr>
      <vt:lpstr>Array</vt:lpstr>
      <vt:lpstr>Array Methods</vt:lpstr>
      <vt:lpstr>Array Methods</vt:lpstr>
      <vt:lpstr>Multi-Dimensional Array</vt:lpstr>
      <vt:lpstr>String</vt:lpstr>
      <vt:lpstr>String Methods</vt:lpstr>
      <vt:lpstr>OOP Principles</vt:lpstr>
      <vt:lpstr>Encapsulation</vt:lpstr>
      <vt:lpstr>PowerPoint Presentation</vt:lpstr>
      <vt:lpstr>Polymorphism</vt:lpstr>
      <vt:lpstr>PowerPoint Presentation</vt:lpstr>
      <vt:lpstr>PowerPoint Presentation</vt:lpstr>
      <vt:lpstr>Inheritance</vt:lpstr>
      <vt:lpstr>Inheritance Types</vt:lpstr>
      <vt:lpstr>PowerPoint Presentation</vt:lpstr>
      <vt:lpstr>Prototypes</vt:lpstr>
      <vt:lpstr>PowerPoint Presentation</vt:lpstr>
      <vt:lpstr>PowerPoint Presentation</vt:lpstr>
      <vt:lpstr>Converting JSON to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istqb.trainer@devlabsalliance.com</dc:creator>
  <cp:lastModifiedBy>istqb.trainer@devlabsalliance.com</cp:lastModifiedBy>
  <cp:revision>187</cp:revision>
  <dcterms:created xsi:type="dcterms:W3CDTF">2025-01-22T15:56:26Z</dcterms:created>
  <dcterms:modified xsi:type="dcterms:W3CDTF">2025-02-13T14:07:58Z</dcterms:modified>
</cp:coreProperties>
</file>